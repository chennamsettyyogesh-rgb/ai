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72" r:id="rId3"/>
    <p:sldId id="273" r:id="rId4"/>
    <p:sldId id="274" r:id="rId5"/>
    <p:sldId id="275" r:id="rId6"/>
    <p:sldId id="270" r:id="rId7"/>
  </p:sldIdLst>
  <p:sldSz cx="24384000" cy="13716000"/>
  <p:notesSz cx="6858000" cy="9144000"/>
  <p:embeddedFontLst>
    <p:embeddedFont>
      <p:font typeface="Helvetica Neue" panose="020B0604020202020204" charset="0"/>
      <p:regular r:id="rId9"/>
      <p:bold r:id="rId10"/>
      <p:italic r:id="rId11"/>
      <p:boldItalic r:id="rId12"/>
    </p:embeddedFont>
    <p:embeddedFont>
      <p:font typeface="Algerian" panose="04020705040A02060702" pitchFamily="82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hoJ511EMnYNe7VAzbopb3bC5Tj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5706" autoAdjust="0"/>
  </p:normalViewPr>
  <p:slideViewPr>
    <p:cSldViewPr snapToGrid="0">
      <p:cViewPr varScale="1">
        <p:scale>
          <a:sx n="34" d="100"/>
          <a:sy n="34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customschemas.google.com/relationships/presentationmetadata" Target="metadata"/><Relationship Id="rId5" Type="http://schemas.openxmlformats.org/officeDocument/2006/relationships/slide" Target="slides/slide4.xml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HA KRISHNA V" userId="18c0e9e499a38ca1" providerId="LiveId" clId="{5DE343E6-84BD-44B5-85F3-EBB309D54108}"/>
    <pc:docChg chg="modSld">
      <pc:chgData name="NANDHA KRISHNA V" userId="18c0e9e499a38ca1" providerId="LiveId" clId="{5DE343E6-84BD-44B5-85F3-EBB309D54108}" dt="2026-01-13T08:34:30.582" v="51" actId="207"/>
      <pc:docMkLst>
        <pc:docMk/>
      </pc:docMkLst>
      <pc:sldChg chg="modSp mod">
        <pc:chgData name="NANDHA KRISHNA V" userId="18c0e9e499a38ca1" providerId="LiveId" clId="{5DE343E6-84BD-44B5-85F3-EBB309D54108}" dt="2026-01-13T08:34:30.582" v="51" actId="207"/>
        <pc:sldMkLst>
          <pc:docMk/>
          <pc:sldMk cId="0" sldId="256"/>
        </pc:sldMkLst>
        <pc:spChg chg="mod">
          <ac:chgData name="NANDHA KRISHNA V" userId="18c0e9e499a38ca1" providerId="LiveId" clId="{5DE343E6-84BD-44B5-85F3-EBB309D54108}" dt="2026-01-13T08:34:19.848" v="50" actId="207"/>
          <ac:spMkLst>
            <pc:docMk/>
            <pc:sldMk cId="0" sldId="256"/>
            <ac:spMk id="8" creationId="{00000000-0000-0000-0000-000000000000}"/>
          </ac:spMkLst>
        </pc:spChg>
        <pc:spChg chg="mod">
          <ac:chgData name="NANDHA KRISHNA V" userId="18c0e9e499a38ca1" providerId="LiveId" clId="{5DE343E6-84BD-44B5-85F3-EBB309D54108}" dt="2026-01-13T08:33:18.965" v="45" actId="20577"/>
          <ac:spMkLst>
            <pc:docMk/>
            <pc:sldMk cId="0" sldId="256"/>
            <ac:spMk id="90" creationId="{00000000-0000-0000-0000-000000000000}"/>
          </ac:spMkLst>
        </pc:spChg>
        <pc:spChg chg="mod">
          <ac:chgData name="NANDHA KRISHNA V" userId="18c0e9e499a38ca1" providerId="LiveId" clId="{5DE343E6-84BD-44B5-85F3-EBB309D54108}" dt="2026-01-13T08:33:51.903" v="47" actId="207"/>
          <ac:spMkLst>
            <pc:docMk/>
            <pc:sldMk cId="0" sldId="256"/>
            <ac:spMk id="91" creationId="{00000000-0000-0000-0000-000000000000}"/>
          </ac:spMkLst>
        </pc:spChg>
        <pc:spChg chg="mod">
          <ac:chgData name="NANDHA KRISHNA V" userId="18c0e9e499a38ca1" providerId="LiveId" clId="{5DE343E6-84BD-44B5-85F3-EBB309D54108}" dt="2026-01-13T08:34:30.582" v="51" actId="207"/>
          <ac:spMkLst>
            <pc:docMk/>
            <pc:sldMk cId="0" sldId="256"/>
            <ac:spMk id="95" creationId="{00000000-0000-0000-0000-000000000000}"/>
          </ac:spMkLst>
        </pc:spChg>
      </pc:sldChg>
    </pc:docChg>
  </pc:docChgLst>
  <pc:docChgLst>
    <pc:chgData name="KA VISHNU" userId="570f2da9b6c386e8" providerId="LiveId" clId="{1A9ADDF7-972D-4C8C-A99F-E6355D3D8647}"/>
    <pc:docChg chg="undo redo custSel addSld delSld modSld">
      <pc:chgData name="KA VISHNU" userId="570f2da9b6c386e8" providerId="LiveId" clId="{1A9ADDF7-972D-4C8C-A99F-E6355D3D8647}" dt="2026-01-07T03:00:02.659" v="1787" actId="20577"/>
      <pc:docMkLst>
        <pc:docMk/>
      </pc:docMkLst>
      <pc:sldChg chg="modSp mod">
        <pc:chgData name="KA VISHNU" userId="570f2da9b6c386e8" providerId="LiveId" clId="{1A9ADDF7-972D-4C8C-A99F-E6355D3D8647}" dt="2026-01-07T03:00:02.659" v="1787" actId="20577"/>
        <pc:sldMkLst>
          <pc:docMk/>
          <pc:sldMk cId="0" sldId="256"/>
        </pc:sldMkLst>
        <pc:spChg chg="mod">
          <ac:chgData name="KA VISHNU" userId="570f2da9b6c386e8" providerId="LiveId" clId="{1A9ADDF7-972D-4C8C-A99F-E6355D3D8647}" dt="2026-01-07T02:59:43.482" v="1782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KA VISHNU" userId="570f2da9b6c386e8" providerId="LiveId" clId="{1A9ADDF7-972D-4C8C-A99F-E6355D3D8647}" dt="2026-01-06T16:22:31.646" v="1181" actId="14100"/>
          <ac:spMkLst>
            <pc:docMk/>
            <pc:sldMk cId="0" sldId="256"/>
            <ac:spMk id="90" creationId="{00000000-0000-0000-0000-000000000000}"/>
          </ac:spMkLst>
        </pc:spChg>
        <pc:spChg chg="mod">
          <ac:chgData name="KA VISHNU" userId="570f2da9b6c386e8" providerId="LiveId" clId="{1A9ADDF7-972D-4C8C-A99F-E6355D3D8647}" dt="2026-01-06T16:22:02.002" v="1177" actId="2711"/>
          <ac:spMkLst>
            <pc:docMk/>
            <pc:sldMk cId="0" sldId="256"/>
            <ac:spMk id="91" creationId="{00000000-0000-0000-0000-000000000000}"/>
          </ac:spMkLst>
        </pc:spChg>
        <pc:spChg chg="mod">
          <ac:chgData name="KA VISHNU" userId="570f2da9b6c386e8" providerId="LiveId" clId="{1A9ADDF7-972D-4C8C-A99F-E6355D3D8647}" dt="2026-01-07T02:59:57.306" v="1786" actId="1076"/>
          <ac:spMkLst>
            <pc:docMk/>
            <pc:sldMk cId="0" sldId="256"/>
            <ac:spMk id="92" creationId="{00000000-0000-0000-0000-000000000000}"/>
          </ac:spMkLst>
        </pc:spChg>
        <pc:spChg chg="mod">
          <ac:chgData name="KA VISHNU" userId="570f2da9b6c386e8" providerId="LiveId" clId="{1A9ADDF7-972D-4C8C-A99F-E6355D3D8647}" dt="2026-01-07T03:00:02.659" v="1787" actId="20577"/>
          <ac:spMkLst>
            <pc:docMk/>
            <pc:sldMk cId="0" sldId="256"/>
            <ac:spMk id="94" creationId="{00000000-0000-0000-0000-000000000000}"/>
          </ac:spMkLst>
        </pc:spChg>
        <pc:spChg chg="mod">
          <ac:chgData name="KA VISHNU" userId="570f2da9b6c386e8" providerId="LiveId" clId="{1A9ADDF7-972D-4C8C-A99F-E6355D3D8647}" dt="2026-01-06T16:22:11.402" v="1178" actId="2711"/>
          <ac:spMkLst>
            <pc:docMk/>
            <pc:sldMk cId="0" sldId="256"/>
            <ac:spMk id="95" creationId="{00000000-0000-0000-0000-000000000000}"/>
          </ac:spMkLst>
        </pc:spChg>
      </pc:sldChg>
      <pc:sldChg chg="modSp mod">
        <pc:chgData name="KA VISHNU" userId="570f2da9b6c386e8" providerId="LiveId" clId="{1A9ADDF7-972D-4C8C-A99F-E6355D3D8647}" dt="2026-01-06T16:20:20.182" v="1161" actId="14100"/>
        <pc:sldMkLst>
          <pc:docMk/>
          <pc:sldMk cId="0" sldId="257"/>
        </pc:sldMkLst>
        <pc:spChg chg="mod">
          <ac:chgData name="KA VISHNU" userId="570f2da9b6c386e8" providerId="LiveId" clId="{1A9ADDF7-972D-4C8C-A99F-E6355D3D8647}" dt="2026-01-06T16:18:49.768" v="1129" actId="1076"/>
          <ac:spMkLst>
            <pc:docMk/>
            <pc:sldMk cId="0" sldId="257"/>
            <ac:spMk id="100" creationId="{00000000-0000-0000-0000-000000000000}"/>
          </ac:spMkLst>
        </pc:spChg>
        <pc:spChg chg="mod">
          <ac:chgData name="KA VISHNU" userId="570f2da9b6c386e8" providerId="LiveId" clId="{1A9ADDF7-972D-4C8C-A99F-E6355D3D8647}" dt="2026-01-06T16:20:20.182" v="1161" actId="14100"/>
          <ac:spMkLst>
            <pc:docMk/>
            <pc:sldMk cId="0" sldId="257"/>
            <ac:spMk id="101" creationId="{00000000-0000-0000-0000-000000000000}"/>
          </ac:spMkLst>
        </pc:spChg>
      </pc:sldChg>
      <pc:sldChg chg="addSp delSp modSp mod modTransition">
        <pc:chgData name="KA VISHNU" userId="570f2da9b6c386e8" providerId="LiveId" clId="{1A9ADDF7-972D-4C8C-A99F-E6355D3D8647}" dt="2026-01-06T16:18:33.558" v="1127" actId="1076"/>
        <pc:sldMkLst>
          <pc:docMk/>
          <pc:sldMk cId="0" sldId="258"/>
        </pc:sldMkLst>
        <pc:spChg chg="add mod">
          <ac:chgData name="KA VISHNU" userId="570f2da9b6c386e8" providerId="LiveId" clId="{1A9ADDF7-972D-4C8C-A99F-E6355D3D8647}" dt="2026-01-06T16:18:10.508" v="1123" actId="1076"/>
          <ac:spMkLst>
            <pc:docMk/>
            <pc:sldMk cId="0" sldId="258"/>
            <ac:spMk id="2" creationId="{7A965F7B-FF73-23EE-B94C-BCEA0D032B66}"/>
          </ac:spMkLst>
        </pc:spChg>
        <pc:spChg chg="mod">
          <ac:chgData name="KA VISHNU" userId="570f2da9b6c386e8" providerId="LiveId" clId="{1A9ADDF7-972D-4C8C-A99F-E6355D3D8647}" dt="2026-01-06T16:18:22.888" v="1125" actId="1076"/>
          <ac:spMkLst>
            <pc:docMk/>
            <pc:sldMk cId="0" sldId="258"/>
            <ac:spMk id="107" creationId="{00000000-0000-0000-0000-000000000000}"/>
          </ac:spMkLst>
        </pc:spChg>
        <pc:picChg chg="add mod">
          <ac:chgData name="KA VISHNU" userId="570f2da9b6c386e8" providerId="LiveId" clId="{1A9ADDF7-972D-4C8C-A99F-E6355D3D8647}" dt="2026-01-06T16:18:33.558" v="1127" actId="1076"/>
          <ac:picMkLst>
            <pc:docMk/>
            <pc:sldMk cId="0" sldId="258"/>
            <ac:picMk id="6" creationId="{B7D390D3-B1B1-A28A-37A6-504985A08792}"/>
          </ac:picMkLst>
        </pc:picChg>
      </pc:sldChg>
      <pc:sldChg chg="addSp delSp modSp mod">
        <pc:chgData name="KA VISHNU" userId="570f2da9b6c386e8" providerId="LiveId" clId="{1A9ADDF7-972D-4C8C-A99F-E6355D3D8647}" dt="2026-01-06T15:13:47.087" v="721" actId="255"/>
        <pc:sldMkLst>
          <pc:docMk/>
          <pc:sldMk cId="0" sldId="259"/>
        </pc:sldMkLst>
        <pc:spChg chg="add del mod">
          <ac:chgData name="KA VISHNU" userId="570f2da9b6c386e8" providerId="LiveId" clId="{1A9ADDF7-972D-4C8C-A99F-E6355D3D8647}" dt="2026-01-06T15:13:47.087" v="721" actId="255"/>
          <ac:spMkLst>
            <pc:docMk/>
            <pc:sldMk cId="0" sldId="259"/>
            <ac:spMk id="2" creationId="{D5395B3B-FE9E-7489-B1BB-224D4E02F2C4}"/>
          </ac:spMkLst>
        </pc:spChg>
        <pc:spChg chg="mod">
          <ac:chgData name="KA VISHNU" userId="570f2da9b6c386e8" providerId="LiveId" clId="{1A9ADDF7-972D-4C8C-A99F-E6355D3D8647}" dt="2026-01-06T15:12:46.865" v="712" actId="1076"/>
          <ac:spMkLst>
            <pc:docMk/>
            <pc:sldMk cId="0" sldId="259"/>
            <ac:spMk id="114" creationId="{00000000-0000-0000-0000-000000000000}"/>
          </ac:spMkLst>
        </pc:spChg>
      </pc:sldChg>
      <pc:sldChg chg="addSp delSp modSp mod modClrScheme chgLayout">
        <pc:chgData name="KA VISHNU" userId="570f2da9b6c386e8" providerId="LiveId" clId="{1A9ADDF7-972D-4C8C-A99F-E6355D3D8647}" dt="2026-01-06T15:12:38.296" v="710" actId="1076"/>
        <pc:sldMkLst>
          <pc:docMk/>
          <pc:sldMk cId="0" sldId="260"/>
        </pc:sldMkLst>
        <pc:spChg chg="mod ord">
          <ac:chgData name="KA VISHNU" userId="570f2da9b6c386e8" providerId="LiveId" clId="{1A9ADDF7-972D-4C8C-A99F-E6355D3D8647}" dt="2026-01-06T15:12:38.296" v="710" actId="1076"/>
          <ac:spMkLst>
            <pc:docMk/>
            <pc:sldMk cId="0" sldId="260"/>
            <ac:spMk id="121" creationId="{00000000-0000-0000-0000-000000000000}"/>
          </ac:spMkLst>
        </pc:spChg>
        <pc:spChg chg="mod ord">
          <ac:chgData name="KA VISHNU" userId="570f2da9b6c386e8" providerId="LiveId" clId="{1A9ADDF7-972D-4C8C-A99F-E6355D3D8647}" dt="2026-01-06T10:52:57.930" v="339" actId="700"/>
          <ac:spMkLst>
            <pc:docMk/>
            <pc:sldMk cId="0" sldId="260"/>
            <ac:spMk id="123" creationId="{00000000-0000-0000-0000-000000000000}"/>
          </ac:spMkLst>
        </pc:spChg>
        <pc:picChg chg="add del mod">
          <ac:chgData name="KA VISHNU" userId="570f2da9b6c386e8" providerId="LiveId" clId="{1A9ADDF7-972D-4C8C-A99F-E6355D3D8647}" dt="2026-01-06T10:57:37.466" v="365" actId="1076"/>
          <ac:picMkLst>
            <pc:docMk/>
            <pc:sldMk cId="0" sldId="260"/>
            <ac:picMk id="5" creationId="{FF385BE1-3F12-A4B4-E384-E1E6AE55323B}"/>
          </ac:picMkLst>
        </pc:picChg>
      </pc:sldChg>
      <pc:sldChg chg="addSp modSp mod">
        <pc:chgData name="KA VISHNU" userId="570f2da9b6c386e8" providerId="LiveId" clId="{1A9ADDF7-972D-4C8C-A99F-E6355D3D8647}" dt="2026-01-06T15:15:07.941" v="731" actId="1076"/>
        <pc:sldMkLst>
          <pc:docMk/>
          <pc:sldMk cId="0" sldId="261"/>
        </pc:sldMkLst>
        <pc:spChg chg="mod">
          <ac:chgData name="KA VISHNU" userId="570f2da9b6c386e8" providerId="LiveId" clId="{1A9ADDF7-972D-4C8C-A99F-E6355D3D8647}" dt="2026-01-06T15:12:15.996" v="707" actId="1076"/>
          <ac:spMkLst>
            <pc:docMk/>
            <pc:sldMk cId="0" sldId="261"/>
            <ac:spMk id="128" creationId="{00000000-0000-0000-0000-000000000000}"/>
          </ac:spMkLst>
        </pc:spChg>
        <pc:spChg chg="mod">
          <ac:chgData name="KA VISHNU" userId="570f2da9b6c386e8" providerId="LiveId" clId="{1A9ADDF7-972D-4C8C-A99F-E6355D3D8647}" dt="2026-01-06T15:14:58.182" v="729" actId="255"/>
          <ac:spMkLst>
            <pc:docMk/>
            <pc:sldMk cId="0" sldId="261"/>
            <ac:spMk id="129" creationId="{00000000-0000-0000-0000-000000000000}"/>
          </ac:spMkLst>
        </pc:spChg>
        <pc:picChg chg="add mod">
          <ac:chgData name="KA VISHNU" userId="570f2da9b6c386e8" providerId="LiveId" clId="{1A9ADDF7-972D-4C8C-A99F-E6355D3D8647}" dt="2026-01-06T15:15:07.941" v="731" actId="1076"/>
          <ac:picMkLst>
            <pc:docMk/>
            <pc:sldMk cId="0" sldId="261"/>
            <ac:picMk id="3" creationId="{D9B6D2CA-1FCE-1F7E-1AA5-4F05DB4D2C8E}"/>
          </ac:picMkLst>
        </pc:picChg>
      </pc:sldChg>
      <pc:sldChg chg="addSp delSp modSp mod modClrScheme chgLayout">
        <pc:chgData name="KA VISHNU" userId="570f2da9b6c386e8" providerId="LiveId" clId="{1A9ADDF7-972D-4C8C-A99F-E6355D3D8647}" dt="2026-01-07T02:53:26.217" v="1720" actId="20577"/>
        <pc:sldMkLst>
          <pc:docMk/>
          <pc:sldMk cId="0" sldId="262"/>
        </pc:sldMkLst>
        <pc:spChg chg="add mod ord">
          <ac:chgData name="KA VISHNU" userId="570f2da9b6c386e8" providerId="LiveId" clId="{1A9ADDF7-972D-4C8C-A99F-E6355D3D8647}" dt="2026-01-07T02:51:11.314" v="1711" actId="14100"/>
          <ac:spMkLst>
            <pc:docMk/>
            <pc:sldMk cId="0" sldId="262"/>
            <ac:spMk id="3" creationId="{E90D231A-F497-F68F-EDB7-9B899C3D7F6F}"/>
          </ac:spMkLst>
        </pc:spChg>
        <pc:spChg chg="mod ord">
          <ac:chgData name="KA VISHNU" userId="570f2da9b6c386e8" providerId="LiveId" clId="{1A9ADDF7-972D-4C8C-A99F-E6355D3D8647}" dt="2026-01-07T02:53:26.217" v="1720" actId="20577"/>
          <ac:spMkLst>
            <pc:docMk/>
            <pc:sldMk cId="0" sldId="262"/>
            <ac:spMk id="135" creationId="{00000000-0000-0000-0000-000000000000}"/>
          </ac:spMkLst>
        </pc:spChg>
        <pc:spChg chg="mod ord">
          <ac:chgData name="KA VISHNU" userId="570f2da9b6c386e8" providerId="LiveId" clId="{1A9ADDF7-972D-4C8C-A99F-E6355D3D8647}" dt="2026-01-07T02:42:20.973" v="1545" actId="700"/>
          <ac:spMkLst>
            <pc:docMk/>
            <pc:sldMk cId="0" sldId="262"/>
            <ac:spMk id="137" creationId="{00000000-0000-0000-0000-000000000000}"/>
          </ac:spMkLst>
        </pc:spChg>
        <pc:picChg chg="add mod">
          <ac:chgData name="KA VISHNU" userId="570f2da9b6c386e8" providerId="LiveId" clId="{1A9ADDF7-972D-4C8C-A99F-E6355D3D8647}" dt="2026-01-07T02:51:41.216" v="1717" actId="14100"/>
          <ac:picMkLst>
            <pc:docMk/>
            <pc:sldMk cId="0" sldId="262"/>
            <ac:picMk id="5" creationId="{05B13FDF-6E44-68CA-3CD1-B7BCBF07A2EB}"/>
          </ac:picMkLst>
        </pc:picChg>
      </pc:sldChg>
      <pc:sldChg chg="addSp modSp mod">
        <pc:chgData name="KA VISHNU" userId="570f2da9b6c386e8" providerId="LiveId" clId="{1A9ADDF7-972D-4C8C-A99F-E6355D3D8647}" dt="2026-01-07T02:53:31.741" v="1722" actId="20577"/>
        <pc:sldMkLst>
          <pc:docMk/>
          <pc:sldMk cId="0" sldId="266"/>
        </pc:sldMkLst>
        <pc:spChg chg="mod">
          <ac:chgData name="KA VISHNU" userId="570f2da9b6c386e8" providerId="LiveId" clId="{1A9ADDF7-972D-4C8C-A99F-E6355D3D8647}" dt="2026-01-07T02:53:31.741" v="1722" actId="20577"/>
          <ac:spMkLst>
            <pc:docMk/>
            <pc:sldMk cId="0" sldId="266"/>
            <ac:spMk id="163" creationId="{00000000-0000-0000-0000-000000000000}"/>
          </ac:spMkLst>
        </pc:spChg>
        <pc:spChg chg="mod">
          <ac:chgData name="KA VISHNU" userId="570f2da9b6c386e8" providerId="LiveId" clId="{1A9ADDF7-972D-4C8C-A99F-E6355D3D8647}" dt="2026-01-07T02:40:27.645" v="1532" actId="20577"/>
          <ac:spMkLst>
            <pc:docMk/>
            <pc:sldMk cId="0" sldId="266"/>
            <ac:spMk id="164" creationId="{00000000-0000-0000-0000-000000000000}"/>
          </ac:spMkLst>
        </pc:spChg>
        <pc:picChg chg="add mod">
          <ac:chgData name="KA VISHNU" userId="570f2da9b6c386e8" providerId="LiveId" clId="{1A9ADDF7-972D-4C8C-A99F-E6355D3D8647}" dt="2026-01-06T16:11:36.101" v="942" actId="1076"/>
          <ac:picMkLst>
            <pc:docMk/>
            <pc:sldMk cId="0" sldId="266"/>
            <ac:picMk id="3" creationId="{12DB61BE-93FB-50BA-F595-74F563B0916D}"/>
          </ac:picMkLst>
        </pc:picChg>
      </pc:sldChg>
      <pc:sldChg chg="addSp modSp mod">
        <pc:chgData name="KA VISHNU" userId="570f2da9b6c386e8" providerId="LiveId" clId="{1A9ADDF7-972D-4C8C-A99F-E6355D3D8647}" dt="2026-01-07T02:33:26.031" v="1257" actId="5793"/>
        <pc:sldMkLst>
          <pc:docMk/>
          <pc:sldMk cId="0" sldId="267"/>
        </pc:sldMkLst>
        <pc:spChg chg="mod">
          <ac:chgData name="KA VISHNU" userId="570f2da9b6c386e8" providerId="LiveId" clId="{1A9ADDF7-972D-4C8C-A99F-E6355D3D8647}" dt="2026-01-06T15:11:44.579" v="701" actId="1076"/>
          <ac:spMkLst>
            <pc:docMk/>
            <pc:sldMk cId="0" sldId="267"/>
            <ac:spMk id="170" creationId="{00000000-0000-0000-0000-000000000000}"/>
          </ac:spMkLst>
        </pc:spChg>
        <pc:spChg chg="mod">
          <ac:chgData name="KA VISHNU" userId="570f2da9b6c386e8" providerId="LiveId" clId="{1A9ADDF7-972D-4C8C-A99F-E6355D3D8647}" dt="2026-01-07T02:33:26.031" v="1257" actId="5793"/>
          <ac:spMkLst>
            <pc:docMk/>
            <pc:sldMk cId="0" sldId="267"/>
            <ac:spMk id="171" creationId="{00000000-0000-0000-0000-000000000000}"/>
          </ac:spMkLst>
        </pc:spChg>
        <pc:picChg chg="add mod">
          <ac:chgData name="KA VISHNU" userId="570f2da9b6c386e8" providerId="LiveId" clId="{1A9ADDF7-972D-4C8C-A99F-E6355D3D8647}" dt="2026-01-06T16:12:29.294" v="948" actId="1076"/>
          <ac:picMkLst>
            <pc:docMk/>
            <pc:sldMk cId="0" sldId="267"/>
            <ac:picMk id="3" creationId="{8A64B304-FA6F-1919-3D79-6F96C0F44AD4}"/>
          </ac:picMkLst>
        </pc:picChg>
        <pc:picChg chg="add mod">
          <ac:chgData name="KA VISHNU" userId="570f2da9b6c386e8" providerId="LiveId" clId="{1A9ADDF7-972D-4C8C-A99F-E6355D3D8647}" dt="2026-01-06T16:12:41.339" v="950" actId="1076"/>
          <ac:picMkLst>
            <pc:docMk/>
            <pc:sldMk cId="0" sldId="267"/>
            <ac:picMk id="5" creationId="{C34F9C30-AD36-6982-80B2-EBE74B15CBF9}"/>
          </ac:picMkLst>
        </pc:picChg>
      </pc:sldChg>
      <pc:sldChg chg="addSp modSp mod">
        <pc:chgData name="KA VISHNU" userId="570f2da9b6c386e8" providerId="LiveId" clId="{1A9ADDF7-972D-4C8C-A99F-E6355D3D8647}" dt="2026-01-06T16:17:18.338" v="1120" actId="1076"/>
        <pc:sldMkLst>
          <pc:docMk/>
          <pc:sldMk cId="0" sldId="268"/>
        </pc:sldMkLst>
        <pc:spChg chg="add mod">
          <ac:chgData name="KA VISHNU" userId="570f2da9b6c386e8" providerId="LiveId" clId="{1A9ADDF7-972D-4C8C-A99F-E6355D3D8647}" dt="2026-01-06T16:17:18.338" v="1120" actId="1076"/>
          <ac:spMkLst>
            <pc:docMk/>
            <pc:sldMk cId="0" sldId="268"/>
            <ac:spMk id="3" creationId="{4988C3B7-14D6-4F47-914E-FABF72DE107C}"/>
          </ac:spMkLst>
        </pc:spChg>
        <pc:spChg chg="mod">
          <ac:chgData name="KA VISHNU" userId="570f2da9b6c386e8" providerId="LiveId" clId="{1A9ADDF7-972D-4C8C-A99F-E6355D3D8647}" dt="2026-01-06T15:08:29.276" v="693" actId="1076"/>
          <ac:spMkLst>
            <pc:docMk/>
            <pc:sldMk cId="0" sldId="268"/>
            <ac:spMk id="177" creationId="{00000000-0000-0000-0000-000000000000}"/>
          </ac:spMkLst>
        </pc:spChg>
        <pc:spChg chg="mod">
          <ac:chgData name="KA VISHNU" userId="570f2da9b6c386e8" providerId="LiveId" clId="{1A9ADDF7-972D-4C8C-A99F-E6355D3D8647}" dt="2026-01-06T16:17:02.549" v="1119" actId="255"/>
          <ac:spMkLst>
            <pc:docMk/>
            <pc:sldMk cId="0" sldId="268"/>
            <ac:spMk id="178" creationId="{00000000-0000-0000-0000-000000000000}"/>
          </ac:spMkLst>
        </pc:spChg>
      </pc:sldChg>
      <pc:sldChg chg="modSp mod">
        <pc:chgData name="KA VISHNU" userId="570f2da9b6c386e8" providerId="LiveId" clId="{1A9ADDF7-972D-4C8C-A99F-E6355D3D8647}" dt="2026-01-06T16:14:18.309" v="955" actId="14100"/>
        <pc:sldMkLst>
          <pc:docMk/>
          <pc:sldMk cId="0" sldId="269"/>
        </pc:sldMkLst>
        <pc:spChg chg="mod">
          <ac:chgData name="KA VISHNU" userId="570f2da9b6c386e8" providerId="LiveId" clId="{1A9ADDF7-972D-4C8C-A99F-E6355D3D8647}" dt="2026-01-06T15:08:05.141" v="689" actId="1076"/>
          <ac:spMkLst>
            <pc:docMk/>
            <pc:sldMk cId="0" sldId="269"/>
            <ac:spMk id="184" creationId="{00000000-0000-0000-0000-000000000000}"/>
          </ac:spMkLst>
        </pc:spChg>
        <pc:spChg chg="mod">
          <ac:chgData name="KA VISHNU" userId="570f2da9b6c386e8" providerId="LiveId" clId="{1A9ADDF7-972D-4C8C-A99F-E6355D3D8647}" dt="2026-01-06T16:14:18.309" v="955" actId="14100"/>
          <ac:spMkLst>
            <pc:docMk/>
            <pc:sldMk cId="0" sldId="269"/>
            <ac:spMk id="185" creationId="{00000000-0000-0000-0000-000000000000}"/>
          </ac:spMkLst>
        </pc:spChg>
      </pc:sldChg>
      <pc:sldChg chg="addSp delSp modSp new mod modClrScheme chgLayout">
        <pc:chgData name="KA VISHNU" userId="570f2da9b6c386e8" providerId="LiveId" clId="{1A9ADDF7-972D-4C8C-A99F-E6355D3D8647}" dt="2026-01-06T13:07:51.591" v="560" actId="14100"/>
        <pc:sldMkLst>
          <pc:docMk/>
          <pc:sldMk cId="905016932" sldId="270"/>
        </pc:sldMkLst>
        <pc:picChg chg="add mod">
          <ac:chgData name="KA VISHNU" userId="570f2da9b6c386e8" providerId="LiveId" clId="{1A9ADDF7-972D-4C8C-A99F-E6355D3D8647}" dt="2026-01-06T13:07:51.591" v="560" actId="14100"/>
          <ac:picMkLst>
            <pc:docMk/>
            <pc:sldMk cId="905016932" sldId="270"/>
            <ac:picMk id="5" creationId="{F14FC243-A83C-9239-0080-726FCD73BAC0}"/>
          </ac:picMkLst>
        </pc:picChg>
      </pc:sldChg>
      <pc:sldChg chg="addSp delSp modSp new mod">
        <pc:chgData name="KA VISHNU" userId="570f2da9b6c386e8" providerId="LiveId" clId="{1A9ADDF7-972D-4C8C-A99F-E6355D3D8647}" dt="2026-01-06T13:25:04.269" v="678" actId="14100"/>
        <pc:sldMkLst>
          <pc:docMk/>
          <pc:sldMk cId="67396171" sldId="271"/>
        </pc:sldMkLst>
        <pc:picChg chg="add mod">
          <ac:chgData name="KA VISHNU" userId="570f2da9b6c386e8" providerId="LiveId" clId="{1A9ADDF7-972D-4C8C-A99F-E6355D3D8647}" dt="2026-01-06T13:25:04.269" v="678" actId="14100"/>
          <ac:picMkLst>
            <pc:docMk/>
            <pc:sldMk cId="67396171" sldId="271"/>
            <ac:picMk id="12" creationId="{10B98A15-2515-D90E-BAFA-5B43876455B9}"/>
          </ac:picMkLst>
        </pc:picChg>
        <pc:picChg chg="add mod">
          <ac:chgData name="KA VISHNU" userId="570f2da9b6c386e8" providerId="LiveId" clId="{1A9ADDF7-972D-4C8C-A99F-E6355D3D8647}" dt="2026-01-06T13:24:59.477" v="677" actId="14100"/>
          <ac:picMkLst>
            <pc:docMk/>
            <pc:sldMk cId="67396171" sldId="271"/>
            <ac:picMk id="14" creationId="{2273BB5F-2D65-63B3-5562-33840B80098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09054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43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t="388" r="85449" b="9056"/>
          <a:stretch/>
        </p:blipFill>
        <p:spPr>
          <a:xfrm>
            <a:off x="153721" y="-43900"/>
            <a:ext cx="1996582" cy="22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l="50059" r="34355" b="9675"/>
          <a:stretch/>
        </p:blipFill>
        <p:spPr>
          <a:xfrm>
            <a:off x="22190187" y="213870"/>
            <a:ext cx="1649695" cy="172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Alt">
  <p:cSld name="Title &amp; Photo Al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bc379c7b1_10_81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900" cy="141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Google Shape;31;g36bc379c7b1_10_81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100" cy="58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6bc379c7b1_10_81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100" cy="53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6bc379c7b1_10_8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6bc379c7b1_10_8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36bc379c7b1_10_8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36bc379c7b1_10_89"/>
          <p:cNvSpPr>
            <a:spLocks noGrp="1"/>
          </p:cNvSpPr>
          <p:nvPr>
            <p:ph type="pic" idx="3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" name="Google Shape;41;g36bc379c7b1_10_8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6bc379c7b1_10_8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Small">
  <p:cSld name="Title, Bullets &amp; Live Video Small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bc379c7b1_10_95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g36bc379c7b1_10_95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36bc379c7b1_10_95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6bc379c7b1_10_9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Large">
  <p:cSld name="Title, Bullets &amp; Live Video Larg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bc379c7b1_10_10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6bc379c7b1_10_10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6bc379c7b1_10_10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bc379c7b1_10_10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bc379c7b1_10_105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6bc379c7b1_10_105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c379c7b1_10_108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bc379c7b1_10_108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g36bc379c7b1_10_1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c379c7b1_10_11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6bc379c7b1_10_112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36bc379c7b1_10_112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36bc379c7b1_10_1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c379c7b1_10_117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g36bc379c7b1_10_11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c379c7b1_10_120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100" cy="7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g36bc379c7b1_10_120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6bc379c7b1_10_1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c379c7b1_10_124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2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36bc379c7b1_10_124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6bc379c7b1_10_1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c379c7b1_10_128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8" name="Google Shape;78;g36bc379c7b1_10_128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9" name="Google Shape;79;g36bc379c7b1_10_128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0" name="Google Shape;80;g36bc379c7b1_10_1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c379c7b1_10_133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3" name="Google Shape;83;g36bc379c7b1_10_1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c379c7b1_10_1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bc379c7b1_10_57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g36bc379c7b1_10_57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" name="Google Shape;8;g36bc379c7b1_10_57" descr="pasted-movie.heif"/>
          <p:cNvPicPr preferRelativeResize="0"/>
          <p:nvPr/>
        </p:nvPicPr>
        <p:blipFill rotWithShape="1">
          <a:blip r:embed="rId16">
            <a:alphaModFix/>
          </a:blip>
          <a:srcRect t="388" r="85220" b="388"/>
          <a:stretch/>
        </p:blipFill>
        <p:spPr>
          <a:xfrm>
            <a:off x="67789" y="52176"/>
            <a:ext cx="1490826" cy="180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6bc379c7b1_10_57" descr="pasted-movie.heif"/>
          <p:cNvPicPr preferRelativeResize="0"/>
          <p:nvPr/>
        </p:nvPicPr>
        <p:blipFill rotWithShape="1">
          <a:blip r:embed="rId17">
            <a:alphaModFix/>
          </a:blip>
          <a:srcRect l="50059" r="33607"/>
          <a:stretch/>
        </p:blipFill>
        <p:spPr>
          <a:xfrm>
            <a:off x="22617501" y="39476"/>
            <a:ext cx="1658035" cy="182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bc379c7b1_10_5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c379c7b1_0_551"/>
          <p:cNvSpPr txBox="1">
            <a:spLocks noGrp="1"/>
          </p:cNvSpPr>
          <p:nvPr>
            <p:ph type="body" idx="1"/>
          </p:nvPr>
        </p:nvSpPr>
        <p:spPr>
          <a:xfrm>
            <a:off x="14744700" y="10162390"/>
            <a:ext cx="9195686" cy="2292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-US" sz="4200" dirty="0" smtClean="0"/>
              <a:t>Presented by</a:t>
            </a:r>
            <a:r>
              <a:rPr lang="en-US" sz="4000" dirty="0" smtClean="0"/>
              <a:t>:-</a:t>
            </a:r>
            <a:r>
              <a:rPr lang="en-US" sz="4000" b="0" dirty="0" err="1" smtClean="0"/>
              <a:t>C.Yogesh</a:t>
            </a:r>
            <a:r>
              <a:rPr lang="en-US" sz="4000" b="0" dirty="0" smtClean="0"/>
              <a:t>(192524126)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-US" sz="4000" b="0" dirty="0"/>
              <a:t> </a:t>
            </a:r>
            <a:r>
              <a:rPr lang="en-US" sz="4000" b="0" dirty="0" smtClean="0"/>
              <a:t>                       </a:t>
            </a:r>
            <a:r>
              <a:rPr lang="en-US" sz="4000" b="0" dirty="0" err="1" smtClean="0"/>
              <a:t>K.Pradeep</a:t>
            </a:r>
            <a:r>
              <a:rPr lang="en-US" sz="4000" b="0" dirty="0" smtClean="0"/>
              <a:t>(192524199)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-US" sz="4000" b="0" dirty="0"/>
              <a:t> </a:t>
            </a:r>
            <a:r>
              <a:rPr lang="en-US" sz="4000" b="0" dirty="0" smtClean="0"/>
              <a:t>                       </a:t>
            </a:r>
            <a:r>
              <a:rPr lang="en-US" sz="4000" b="0" dirty="0" err="1" smtClean="0"/>
              <a:t>T.Jashwanth</a:t>
            </a:r>
            <a:r>
              <a:rPr lang="en-US" sz="4000" b="0" dirty="0" smtClean="0"/>
              <a:t>(192572109)</a:t>
            </a:r>
            <a:endParaRPr sz="4000" b="0" dirty="0"/>
          </a:p>
        </p:txBody>
      </p:sp>
      <p:sp>
        <p:nvSpPr>
          <p:cNvPr id="91" name="Google Shape;91;g36bc379c7b1_0_551"/>
          <p:cNvSpPr txBox="1">
            <a:spLocks noGrp="1"/>
          </p:cNvSpPr>
          <p:nvPr>
            <p:ph type="title"/>
          </p:nvPr>
        </p:nvSpPr>
        <p:spPr>
          <a:xfrm>
            <a:off x="1638400" y="5972468"/>
            <a:ext cx="219711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lvl="0" algn="ctr">
              <a:buClr>
                <a:schemeClr val="accent1"/>
              </a:buClr>
            </a:pPr>
            <a:r>
              <a:rPr lang="en-IN" sz="9600" dirty="0"/>
              <a:t>Smart Document Summarization Using </a:t>
            </a:r>
            <a:r>
              <a:rPr lang="en-IN" sz="9600" dirty="0" smtClean="0"/>
              <a:t>    Artificial </a:t>
            </a:r>
            <a:r>
              <a:rPr lang="en-IN" sz="9600" dirty="0"/>
              <a:t>Intelligence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endParaRPr sz="8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4" name="Google Shape;94;g36bc379c7b1_0_551"/>
          <p:cNvSpPr txBox="1"/>
          <p:nvPr/>
        </p:nvSpPr>
        <p:spPr>
          <a:xfrm>
            <a:off x="1219300" y="10355913"/>
            <a:ext cx="8534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4000" b="1" dirty="0" smtClean="0"/>
              <a:t>GUIDED BY:-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4000" dirty="0"/>
              <a:t> </a:t>
            </a:r>
            <a:r>
              <a:rPr lang="en-US" sz="4000" dirty="0" smtClean="0"/>
              <a:t>                      </a:t>
            </a:r>
            <a:r>
              <a:rPr lang="en-US" sz="4000" dirty="0" err="1" smtClean="0"/>
              <a:t>Dr.R.Veeramani</a:t>
            </a:r>
            <a:endParaRPr sz="4000" dirty="0"/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2159150" y="-87767"/>
            <a:ext cx="202948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6032"/>
              <a:buFont typeface="Helvetica Neue"/>
              <a:buNone/>
            </a:pPr>
            <a:r>
              <a:rPr lang="en-US" sz="5632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SIMATS ENGINEERING</a:t>
            </a:r>
            <a:br>
              <a:rPr lang="en-US" sz="5632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5632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Saveetha Institute of Medical and Technical Sciences</a:t>
            </a:r>
            <a:br>
              <a:rPr lang="en-US" sz="5632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5632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Chennai-602105.</a:t>
            </a:r>
            <a:endParaRPr sz="1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76550" y="4295678"/>
            <a:ext cx="19202400" cy="12382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 smtClean="0"/>
              <a:t>CSA1707</a:t>
            </a:r>
            <a:r>
              <a:rPr lang="en-US" sz="4400" b="1" dirty="0" smtClean="0"/>
              <a:t>-ARTIFICIAL INTELLIGENCE</a:t>
            </a:r>
            <a:endParaRPr lang="en-IN" sz="4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15900" y="1059007"/>
            <a:ext cx="21971100" cy="3175407"/>
          </a:xfrm>
        </p:spPr>
        <p:txBody>
          <a:bodyPr>
            <a:normAutofit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8700" y="4038600"/>
            <a:ext cx="15525750" cy="8534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013302" y="2343150"/>
            <a:ext cx="21875398" cy="10363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857250" lvl="1" indent="-857250">
              <a:buFont typeface="Arial" panose="020B0604020202020204" pitchFamily="34" charset="0"/>
              <a:buChar char="•"/>
            </a:pPr>
            <a:r>
              <a:rPr lang="en-US" sz="4500" dirty="0"/>
              <a:t>Document summarization is the process of creating a short and meaningful summary from a long document.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500" dirty="0"/>
              <a:t>Artificial Intelligence (AI) uses Natural Language Processing (NLP) to understand the text and identify important information.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500" dirty="0"/>
              <a:t>It helps users quickly understand the main ideas without reading the entire document.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500" dirty="0"/>
              <a:t>This technology is widely used for news articles, research papers, reports, and business documents.</a:t>
            </a:r>
            <a:r>
              <a:rPr lang="en-US" sz="60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AD585C-69A7-B751-23C4-51110EF6A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228600"/>
            <a:ext cx="2388304" cy="1779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E76C7E-2E2E-E8C0-6ADD-EB59A347B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814" y="71435"/>
            <a:ext cx="2599187" cy="19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0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9846" y="438150"/>
            <a:ext cx="21971100" cy="22860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          </a:t>
            </a:r>
            <a:r>
              <a:rPr lang="en-IN" sz="10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r>
              <a:rPr lang="en-IN" sz="10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Features</a:t>
            </a:r>
            <a:endParaRPr lang="en-IN" sz="10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33450" y="2724150"/>
            <a:ext cx="16497300" cy="109918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AD585C-69A7-B751-23C4-51110EF6A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228600"/>
            <a:ext cx="2388304" cy="1779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E76C7E-2E2E-E8C0-6ADD-EB59A347B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814" y="71435"/>
            <a:ext cx="2599187" cy="1937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4900" y="3505200"/>
            <a:ext cx="22617101" cy="93916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500" b="1" dirty="0"/>
              <a:t>Objectives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Reduce the time required to read lengthy documents.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Generate accurate and meaningful summaries.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Improve information accessibility and productivity.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Support multiple types of text documents. </a:t>
            </a:r>
            <a:endParaRPr lang="en-US" sz="4500" dirty="0" smtClean="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500" dirty="0"/>
          </a:p>
          <a:p>
            <a:r>
              <a:rPr lang="en-US" sz="4500" b="1" dirty="0"/>
              <a:t>Key Features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Automatic text summarization.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AI and NLP-based keyword extraction.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Fast and accurate summary generation.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User-friendly interface. </a:t>
            </a:r>
          </a:p>
        </p:txBody>
      </p:sp>
    </p:spTree>
    <p:extLst>
      <p:ext uri="{BB962C8B-B14F-4D97-AF65-F5344CB8AC3E}">
        <p14:creationId xmlns:p14="http://schemas.microsoft.com/office/powerpoint/2010/main" val="190682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15900" y="1059007"/>
            <a:ext cx="21971100" cy="3175407"/>
          </a:xfrm>
        </p:spPr>
        <p:txBody>
          <a:bodyPr>
            <a:normAutofit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8700" y="4038600"/>
            <a:ext cx="15525750" cy="8534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819150" y="3028950"/>
            <a:ext cx="22745700" cy="10363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b="1" dirty="0"/>
              <a:t>Time-Consuming:</a:t>
            </a:r>
            <a:r>
              <a:rPr lang="en-US" sz="4500" dirty="0"/>
              <a:t> Reading long documents such as reports, research papers, and articles takes a lot of time.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b="1" dirty="0"/>
              <a:t>Information Overload:</a:t>
            </a:r>
            <a:r>
              <a:rPr lang="en-US" sz="4500" dirty="0"/>
              <a:t> Users find it difficult to identify the most important information from large amounts of text.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b="1" dirty="0"/>
              <a:t>Manual Effort:</a:t>
            </a:r>
            <a:r>
              <a:rPr lang="en-US" sz="4500" dirty="0"/>
              <a:t> Creating summaries manually is slow and may miss key points.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b="1" dirty="0"/>
              <a:t>Low Efficiency:</a:t>
            </a:r>
            <a:r>
              <a:rPr lang="en-US" sz="4500" dirty="0"/>
              <a:t> Traditional methods often produce less accurate or incomplete summaries.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b="1" dirty="0"/>
              <a:t>Need for AI Solution:</a:t>
            </a:r>
            <a:r>
              <a:rPr lang="en-US" sz="4500" dirty="0"/>
              <a:t> An AI-based summarization system can automatically generate concise, accurate, and meaningful summaries, saving time and improving productivity.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AD585C-69A7-B751-23C4-51110EF6A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228600"/>
            <a:ext cx="2388304" cy="1779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E76C7E-2E2E-E8C0-6ADD-EB59A347B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814" y="71435"/>
            <a:ext cx="2599187" cy="19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7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150" y="228600"/>
            <a:ext cx="21971100" cy="3175407"/>
          </a:xfrm>
        </p:spPr>
        <p:txBody>
          <a:bodyPr>
            <a:normAutofit/>
          </a:bodyPr>
          <a:lstStyle/>
          <a:p>
            <a:r>
              <a:rPr lang="en-IN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8000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8700" y="4038600"/>
            <a:ext cx="15525750" cy="8534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819150" y="3028950"/>
            <a:ext cx="22745700" cy="10363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endParaRPr lang="en-US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AD585C-69A7-B751-23C4-51110EF6A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228600"/>
            <a:ext cx="2388304" cy="1779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E76C7E-2E2E-E8C0-6ADD-EB59A347B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814" y="71435"/>
            <a:ext cx="2599187" cy="19371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736832"/>
              </p:ext>
            </p:extLst>
          </p:nvPr>
        </p:nvGraphicFramePr>
        <p:xfrm>
          <a:off x="819150" y="2800350"/>
          <a:ext cx="22567900" cy="10207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782">
                  <a:extLst>
                    <a:ext uri="{9D8B030D-6E8A-4147-A177-3AD203B41FA5}">
                      <a16:colId xmlns:a16="http://schemas.microsoft.com/office/drawing/2014/main" val="3084875103"/>
                    </a:ext>
                  </a:extLst>
                </a:gridCol>
                <a:gridCol w="8661170">
                  <a:extLst>
                    <a:ext uri="{9D8B030D-6E8A-4147-A177-3AD203B41FA5}">
                      <a16:colId xmlns:a16="http://schemas.microsoft.com/office/drawing/2014/main" val="4289940469"/>
                    </a:ext>
                  </a:extLst>
                </a:gridCol>
                <a:gridCol w="5641974">
                  <a:extLst>
                    <a:ext uri="{9D8B030D-6E8A-4147-A177-3AD203B41FA5}">
                      <a16:colId xmlns:a16="http://schemas.microsoft.com/office/drawing/2014/main" val="3862990823"/>
                    </a:ext>
                  </a:extLst>
                </a:gridCol>
                <a:gridCol w="5641974">
                  <a:extLst>
                    <a:ext uri="{9D8B030D-6E8A-4147-A177-3AD203B41FA5}">
                      <a16:colId xmlns:a16="http://schemas.microsoft.com/office/drawing/2014/main" val="2004290877"/>
                    </a:ext>
                  </a:extLst>
                </a:gridCol>
              </a:tblGrid>
              <a:tr h="465734">
                <a:tc>
                  <a:txBody>
                    <a:bodyPr/>
                    <a:lstStyle/>
                    <a:p>
                      <a:r>
                        <a:rPr lang="en-IN" sz="3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830704"/>
                  </a:ext>
                </a:extLst>
              </a:tr>
              <a:tr h="1611295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 sz="3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3600" dirty="0" smtClean="0"/>
                        <a:t>Automatic Text Summarization Using NLP Techniques</a:t>
                      </a:r>
                      <a:endParaRPr lang="en-US" sz="3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r>
                        <a:rPr lang="en-US" sz="3500" dirty="0" smtClean="0"/>
                        <a:t>Generates concise summaries and reduces reading time.</a:t>
                      </a:r>
                      <a:endParaRPr lang="en-IN" sz="3500" dirty="0"/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r>
                        <a:rPr lang="en-US" sz="3500" dirty="0" smtClean="0"/>
                        <a:t>Lower accuracy for complex documents.</a:t>
                      </a:r>
                      <a:endParaRPr lang="en-IN" sz="3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843313"/>
                  </a:ext>
                </a:extLst>
              </a:tr>
              <a:tr h="1611295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 sz="3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3600" dirty="0" smtClean="0"/>
                        <a:t>AI-Based Document Summarization Using BERT</a:t>
                      </a:r>
                      <a:endParaRPr lang="en-US" sz="3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r>
                        <a:rPr lang="en-US" sz="3500" dirty="0" smtClean="0"/>
                        <a:t>Produces context-aware and high-quality summaries.</a:t>
                      </a:r>
                      <a:endParaRPr lang="en-IN" sz="3500" dirty="0"/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r>
                        <a:rPr lang="en-IN" sz="3500" dirty="0" smtClean="0"/>
                        <a:t>Requires high computational resources.</a:t>
                      </a:r>
                      <a:endParaRPr lang="en-IN" sz="3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0422457"/>
                  </a:ext>
                </a:extLst>
              </a:tr>
              <a:tr h="1611295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 sz="3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3600" dirty="0" smtClean="0"/>
                        <a:t>Deep Learning Approach for Text Summarization</a:t>
                      </a:r>
                      <a:endParaRPr lang="en-US" sz="3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r>
                        <a:rPr lang="en-US" sz="3500" dirty="0" smtClean="0"/>
                        <a:t>Improves summary quality and captures key information.</a:t>
                      </a:r>
                      <a:endParaRPr lang="en-IN" sz="3500" dirty="0"/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r>
                        <a:rPr lang="en-US" sz="3500" dirty="0" smtClean="0"/>
                        <a:t>Needs a large training dataset</a:t>
                      </a:r>
                      <a:endParaRPr lang="en-IN" sz="3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85251"/>
                  </a:ext>
                </a:extLst>
              </a:tr>
              <a:tr h="1611295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 sz="3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 sz="3600" dirty="0" smtClean="0"/>
                        <a:t>Transformer-Based Smart Document Summarization System</a:t>
                      </a:r>
                      <a:endParaRPr lang="en-US" sz="3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r>
                        <a:rPr lang="en-US" sz="3500" dirty="0" smtClean="0"/>
                        <a:t>Fast processing with better semantic understanding.</a:t>
                      </a:r>
                      <a:endParaRPr lang="en-IN" sz="3500" dirty="0"/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r>
                        <a:rPr lang="en-IN" sz="3500" dirty="0" smtClean="0"/>
                        <a:t>Performance depends on model optimization</a:t>
                      </a:r>
                      <a:endParaRPr lang="en-IN" sz="3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850577"/>
                  </a:ext>
                </a:extLst>
              </a:tr>
              <a:tr h="2633136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 sz="3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 sz="3600" dirty="0" smtClean="0"/>
                        <a:t>Intelligent Document Summarization Using Generative AI</a:t>
                      </a:r>
                      <a:endParaRPr lang="en-US" sz="3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r>
                        <a:rPr lang="en-US" sz="3500" dirty="0" smtClean="0"/>
                        <a:t>Generates accurate, human-like summaries and improves productivity.</a:t>
                      </a:r>
                      <a:endParaRPr lang="en-IN" sz="3500" dirty="0"/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r>
                        <a:rPr lang="en-US" sz="3500" dirty="0" smtClean="0"/>
                        <a:t>May generate incorrect or biased information if the input is ambiguous.</a:t>
                      </a:r>
                      <a:endParaRPr lang="en-IN" sz="3500" dirty="0"/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2712513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79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14FC243-A83C-9239-0080-726FCD73BAC0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6192" r="6192"/>
          <a:stretch>
            <a:fillRect/>
          </a:stretch>
        </p:blipFill>
        <p:spPr>
          <a:xfrm>
            <a:off x="1798320" y="0"/>
            <a:ext cx="20055840" cy="13716000"/>
          </a:xfrm>
        </p:spPr>
      </p:pic>
    </p:spTree>
    <p:extLst>
      <p:ext uri="{BB962C8B-B14F-4D97-AF65-F5344CB8AC3E}">
        <p14:creationId xmlns:p14="http://schemas.microsoft.com/office/powerpoint/2010/main" val="90501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357</Words>
  <Application>Microsoft Office PowerPoint</Application>
  <PresentationFormat>Custom</PresentationFormat>
  <Paragraphs>57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Helvetica Neue</vt:lpstr>
      <vt:lpstr>Algerian</vt:lpstr>
      <vt:lpstr>21_BasicWhite</vt:lpstr>
      <vt:lpstr>Smart Document Summarization Using     Artificial Intelligence      </vt:lpstr>
      <vt:lpstr>PowerPoint Presentation</vt:lpstr>
      <vt:lpstr>           Objectives &amp; Features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Admin</dc:creator>
  <cp:lastModifiedBy>Admin</cp:lastModifiedBy>
  <cp:revision>18</cp:revision>
  <dcterms:modified xsi:type="dcterms:W3CDTF">2026-07-22T05:10:36Z</dcterms:modified>
</cp:coreProperties>
</file>